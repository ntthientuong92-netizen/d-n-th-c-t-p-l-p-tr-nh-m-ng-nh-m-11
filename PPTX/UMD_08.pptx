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9328-BDE9-7007-856A-204EF1136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EE33-58CB-21FF-1D59-60E1BF8A4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EA6ED-0B81-F833-7E4E-28508315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3854-217B-B2FB-FAC0-098AC0C7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FD373-FF6D-DDF0-BB13-36638488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360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4414-6C14-4343-FED7-3886A04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0A86-12AA-CEF0-825E-A4789EAA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5A71C-12CF-717C-92B9-988562CB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97918-DB12-8E91-D391-F0264A5E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BB4C0-6F93-097F-7C3A-774AC42E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84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74E5-239C-36DD-7AB4-D0FDDEFD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FB1FD-7FAC-8E78-957D-103072564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22E6-5D73-8EDC-61CA-48BF95D4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ABE38-2CED-F883-B9F7-D66E9637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B6D4E-69E5-D568-6124-2BDE8525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176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B723-0C42-F87C-42A4-897F04E0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CF8D-BC83-9D89-BB66-819E69302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1D622-1E70-3D56-8737-7A6546320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840F-80CB-8846-390F-B6F73947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3E896-85C8-C39B-A23C-867F5208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7C246-0C90-67A1-CA5C-4A4B0F48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125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648B-D88D-E40C-BB7E-F34F8BAF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D4540-5060-F6B5-1C73-A474A30F9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20E23-1271-EB4E-03A0-F0EBC9314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F9FB8-1D4E-8439-EB85-681EE146D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CBEAA-095F-A6E8-19BD-26C47091E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DCA33-768A-69F2-6B74-2C279353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77487-FC15-76A7-991A-2AEE7177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10952-D944-C977-EB4A-2FF29238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609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4040-EA69-1847-6CEA-570ACD8A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9EAD0-162C-0200-191B-C2044D515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F41A3-D62A-1189-9C72-677E89B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CCA48-F862-D784-9EEF-EF06CEF1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896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1CBD4-2D9C-6BE5-A88C-F8DC2103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B5D25-47E6-755B-82CB-402E7A16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2F7C7-B34A-DF7D-790B-64FF40DA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673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ED03-D91F-5150-D4DC-DFBA375D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A5D7-27C1-2404-1A30-7570FA55B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7FE44-9E16-D5D1-75EA-9CEDF2B06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3D92-BCC8-1022-E1BA-0356D091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24D4B-90DA-3353-3822-CB72E45F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66BC-A467-9E4C-64D5-7D058B02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7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FB24-84E5-DB5A-FC32-A9F36032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37C39-2AC2-3636-5768-5751C6D60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10E64-D0A5-E219-29F2-83BE368CD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9E178-FDCA-5CEE-04CE-47F050A2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9C651-9DEE-7834-DEA6-6EBA0464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E2610-82D3-F427-171D-7915DCAE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778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5C4D-3355-EE6B-19DC-FE1B5AED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D425C-6942-A2B3-66AB-7C9A1961F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38A1-9117-98B6-EC3B-065DFB3E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50B9A-A3F1-6ADD-2B2B-B344660C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89C8-19FF-3A92-8590-11D7B7A8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095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E2A4F-070B-49FD-228D-10E08DC94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9F043-1737-7A7B-5196-EA7AB35C8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F5D18-36B5-2BDE-B192-4E9F3784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BE507-4466-01D4-AA19-A785C3CD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D532-DADA-F433-5EBA-345BE4A8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737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2FECB-E199-2865-A473-D07CB11A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DEC25-E673-F2CA-F859-936BADFC6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AD9D6-7D0B-AB2D-8BD7-41F1062C0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A9D19-BFE5-4D4D-A786-F39F199D18AA}" type="datetimeFigureOut">
              <a:rPr lang="vi-VN" smtClean="0"/>
              <a:t>13/08/2026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41989-EB06-35FB-0015-54766D992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29764-210A-86B2-77E8-A35684E88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BF750-60D8-4229-845A-25FC6E0DA1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268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0962-E2DB-BBD2-7674-798892864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AD0AD-A780-022E-4E14-7F4BC9382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0754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tuong</dc:creator>
  <cp:lastModifiedBy>nguyen tuong</cp:lastModifiedBy>
  <cp:revision>1</cp:revision>
  <dcterms:created xsi:type="dcterms:W3CDTF">2026-08-13T02:02:36Z</dcterms:created>
  <dcterms:modified xsi:type="dcterms:W3CDTF">2026-08-13T02:02:46Z</dcterms:modified>
</cp:coreProperties>
</file>